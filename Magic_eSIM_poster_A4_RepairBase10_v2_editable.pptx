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040" cy="106923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pptx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040" cy="10692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90800" y="60960"/>
            <a:ext cx="274320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00" b="1">
                <a:solidFill>
                  <a:srgbClr val="0A1E3E"/>
                </a:solidFill>
                <a:latin typeface="Montserrat"/>
              </a:rPr>
              <a:t>Отпуск?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59240"/>
            <a:ext cx="5181600" cy="396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ontserrat"/>
              </a:rPr>
              <a:t>Скидка </a:t>
            </a:r>
            <a:r>
              <a:rPr sz="2300" b="1">
                <a:solidFill>
                  <a:srgbClr val="4FC9F5"/>
                </a:solidFill>
                <a:latin typeface="Montserrat"/>
              </a:rPr>
              <a:t>10%</a:t>
            </a:r>
            <a:r>
              <a:rPr sz="2300" b="1">
                <a:solidFill>
                  <a:srgbClr val="FFFFFF"/>
                </a:solidFill>
                <a:latin typeface="Montserrat"/>
              </a:rPr>
              <a:t> по промокоду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601200"/>
            <a:ext cx="2255520" cy="4267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240">
            <a:solidFill>
              <a:srgbClr val="2E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0D2D6E"/>
                </a:solidFill>
                <a:latin typeface="Montserrat"/>
              </a:rPr>
              <a:t>RepairBase10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107168"/>
            <a:ext cx="4267200" cy="2743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1300" b="0">
                <a:solidFill>
                  <a:srgbClr val="96BEEB"/>
                </a:solidFill>
                <a:latin typeface="Montserrat"/>
              </a:rPr>
              <a:t>https://</a:t>
            </a:r>
            <a:r>
              <a:rPr sz="1600" b="1">
                <a:solidFill>
                  <a:srgbClr val="FFFFFF"/>
                </a:solidFill>
                <a:latin typeface="Montserrat"/>
              </a:rPr>
              <a:t>magicesim.store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11968"/>
            <a:ext cx="45720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7D4F5"/>
                </a:solidFill>
                <a:latin typeface="Montserrat"/>
              </a:rPr>
              <a:t>Отсканируйте QR-код камерой телефона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91200" y="9128760"/>
            <a:ext cx="1402080" cy="1411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120" y="9214104"/>
            <a:ext cx="1158240" cy="1158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91200" y="10338816"/>
            <a:ext cx="1402080" cy="170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D2D6E"/>
                </a:solidFill>
                <a:latin typeface="Montserrat"/>
              </a:rPr>
              <a:t>magicesim.store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